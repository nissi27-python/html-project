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65" r:id="rId2"/>
    <p:sldId id="310" r:id="rId3"/>
    <p:sldId id="313" r:id="rId4"/>
    <p:sldId id="314" r:id="rId5"/>
    <p:sldId id="315" r:id="rId6"/>
    <p:sldId id="316" r:id="rId7"/>
    <p:sldId id="317" r:id="rId8"/>
    <p:sldId id="318" r:id="rId9"/>
    <p:sldId id="319" r:id="rId10"/>
    <p:sldId id="320" r:id="rId11"/>
  </p:sldIdLst>
  <p:sldSz cx="12188825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66CF4A4-F9A6-4246-9491-B9F724168879}">
          <p14:sldIdLst>
            <p14:sldId id="265"/>
            <p14:sldId id="310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</p14:sldIdLst>
        </p14:section>
        <p14:section name="Untitled Section" id="{CDA49B25-19AA-42A5-B7D1-7CD9CE4AA547}">
          <p14:sldIdLst/>
        </p14:section>
      </p14:sectionLst>
    </p:ex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29" autoAdjust="0"/>
  </p:normalViewPr>
  <p:slideViewPr>
    <p:cSldViewPr showGuides="1">
      <p:cViewPr varScale="1">
        <p:scale>
          <a:sx n="64" d="100"/>
          <a:sy n="64" d="100"/>
        </p:scale>
        <p:origin x="752" y="48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rna Nissi" userId="cc81dd357792ff16" providerId="LiveId" clId="{D7D6FCE2-F5ED-40AA-AA91-DFA7C3253F31}"/>
    <pc:docChg chg="undo custSel addSld delSld modSld addSection modSection">
      <pc:chgData name="Swarna Nissi" userId="cc81dd357792ff16" providerId="LiveId" clId="{D7D6FCE2-F5ED-40AA-AA91-DFA7C3253F31}" dt="2025-11-10T01:35:57.100" v="997" actId="14100"/>
      <pc:docMkLst>
        <pc:docMk/>
      </pc:docMkLst>
      <pc:sldChg chg="modSp mod">
        <pc:chgData name="Swarna Nissi" userId="cc81dd357792ff16" providerId="LiveId" clId="{D7D6FCE2-F5ED-40AA-AA91-DFA7C3253F31}" dt="2025-11-09T10:23:00.305" v="976" actId="255"/>
        <pc:sldMkLst>
          <pc:docMk/>
          <pc:sldMk cId="2808920126" sldId="265"/>
        </pc:sldMkLst>
        <pc:spChg chg="mod">
          <ac:chgData name="Swarna Nissi" userId="cc81dd357792ff16" providerId="LiveId" clId="{D7D6FCE2-F5ED-40AA-AA91-DFA7C3253F31}" dt="2025-11-09T10:23:00.305" v="976" actId="255"/>
          <ac:spMkLst>
            <pc:docMk/>
            <pc:sldMk cId="2808920126" sldId="265"/>
            <ac:spMk id="3" creationId="{00000000-0000-0000-0000-000000000000}"/>
          </ac:spMkLst>
        </pc:spChg>
      </pc:sldChg>
      <pc:sldChg chg="modSp mod">
        <pc:chgData name="Swarna Nissi" userId="cc81dd357792ff16" providerId="LiveId" clId="{D7D6FCE2-F5ED-40AA-AA91-DFA7C3253F31}" dt="2025-11-09T14:14:03.837" v="980" actId="27636"/>
        <pc:sldMkLst>
          <pc:docMk/>
          <pc:sldMk cId="4206988261" sldId="313"/>
        </pc:sldMkLst>
        <pc:spChg chg="mod">
          <ac:chgData name="Swarna Nissi" userId="cc81dd357792ff16" providerId="LiveId" clId="{D7D6FCE2-F5ED-40AA-AA91-DFA7C3253F31}" dt="2025-11-09T14:14:03.837" v="980" actId="27636"/>
          <ac:spMkLst>
            <pc:docMk/>
            <pc:sldMk cId="4206988261" sldId="313"/>
            <ac:spMk id="3" creationId="{00000000-0000-0000-0000-000000000000}"/>
          </ac:spMkLst>
        </pc:spChg>
      </pc:sldChg>
      <pc:sldChg chg="addSp modSp mod">
        <pc:chgData name="Swarna Nissi" userId="cc81dd357792ff16" providerId="LiveId" clId="{D7D6FCE2-F5ED-40AA-AA91-DFA7C3253F31}" dt="2025-11-09T07:39:11.258" v="11" actId="14100"/>
        <pc:sldMkLst>
          <pc:docMk/>
          <pc:sldMk cId="2590506655" sldId="316"/>
        </pc:sldMkLst>
        <pc:spChg chg="mod">
          <ac:chgData name="Swarna Nissi" userId="cc81dd357792ff16" providerId="LiveId" clId="{D7D6FCE2-F5ED-40AA-AA91-DFA7C3253F31}" dt="2025-11-09T07:39:02.673" v="8" actId="1076"/>
          <ac:spMkLst>
            <pc:docMk/>
            <pc:sldMk cId="2590506655" sldId="316"/>
            <ac:spMk id="3" creationId="{02CD83BF-C099-F14D-FF1D-B1AF68173374}"/>
          </ac:spMkLst>
        </pc:spChg>
        <pc:picChg chg="add mod">
          <ac:chgData name="Swarna Nissi" userId="cc81dd357792ff16" providerId="LiveId" clId="{D7D6FCE2-F5ED-40AA-AA91-DFA7C3253F31}" dt="2025-11-09T07:39:11.258" v="11" actId="14100"/>
          <ac:picMkLst>
            <pc:docMk/>
            <pc:sldMk cId="2590506655" sldId="316"/>
            <ac:picMk id="1026" creationId="{D01E6EC4-85C0-CC57-1852-7F0A07D6BDA3}"/>
          </ac:picMkLst>
        </pc:picChg>
      </pc:sldChg>
      <pc:sldChg chg="addSp delSp modSp mod modClrScheme chgLayout">
        <pc:chgData name="Swarna Nissi" userId="cc81dd357792ff16" providerId="LiveId" clId="{D7D6FCE2-F5ED-40AA-AA91-DFA7C3253F31}" dt="2025-11-09T07:59:02.187" v="170" actId="1076"/>
        <pc:sldMkLst>
          <pc:docMk/>
          <pc:sldMk cId="1735722345" sldId="317"/>
        </pc:sldMkLst>
        <pc:spChg chg="add mod">
          <ac:chgData name="Swarna Nissi" userId="cc81dd357792ff16" providerId="LiveId" clId="{D7D6FCE2-F5ED-40AA-AA91-DFA7C3253F31}" dt="2025-11-09T07:45:37.011" v="62" actId="20577"/>
          <ac:spMkLst>
            <pc:docMk/>
            <pc:sldMk cId="1735722345" sldId="317"/>
            <ac:spMk id="2" creationId="{4E4079EC-51BC-3889-54D3-67B0F1E2E5A7}"/>
          </ac:spMkLst>
        </pc:spChg>
        <pc:spChg chg="add del mod">
          <ac:chgData name="Swarna Nissi" userId="cc81dd357792ff16" providerId="LiveId" clId="{D7D6FCE2-F5ED-40AA-AA91-DFA7C3253F31}" dt="2025-11-09T07:52:34.049" v="102"/>
          <ac:spMkLst>
            <pc:docMk/>
            <pc:sldMk cId="1735722345" sldId="317"/>
            <ac:spMk id="3" creationId="{4D504849-94A0-693D-3ADC-FE84EC5AA696}"/>
          </ac:spMkLst>
        </pc:spChg>
        <pc:spChg chg="add mod">
          <ac:chgData name="Swarna Nissi" userId="cc81dd357792ff16" providerId="LiveId" clId="{D7D6FCE2-F5ED-40AA-AA91-DFA7C3253F31}" dt="2025-11-09T07:54:35.294" v="118" actId="20577"/>
          <ac:spMkLst>
            <pc:docMk/>
            <pc:sldMk cId="1735722345" sldId="317"/>
            <ac:spMk id="4" creationId="{B69CE115-8029-C244-2A1E-701E98B60950}"/>
          </ac:spMkLst>
        </pc:spChg>
        <pc:spChg chg="add del mod">
          <ac:chgData name="Swarna Nissi" userId="cc81dd357792ff16" providerId="LiveId" clId="{D7D6FCE2-F5ED-40AA-AA91-DFA7C3253F31}" dt="2025-11-09T07:56:06.998" v="138" actId="255"/>
          <ac:spMkLst>
            <pc:docMk/>
            <pc:sldMk cId="1735722345" sldId="317"/>
            <ac:spMk id="5" creationId="{8B184B92-9EB0-1869-091B-D084B22719D2}"/>
          </ac:spMkLst>
        </pc:spChg>
        <pc:spChg chg="add mod">
          <ac:chgData name="Swarna Nissi" userId="cc81dd357792ff16" providerId="LiveId" clId="{D7D6FCE2-F5ED-40AA-AA91-DFA7C3253F31}" dt="2025-11-09T07:57:32.423" v="154" actId="1076"/>
          <ac:spMkLst>
            <pc:docMk/>
            <pc:sldMk cId="1735722345" sldId="317"/>
            <ac:spMk id="6" creationId="{4F1A2514-1C0B-088C-EAA1-131E665525E3}"/>
          </ac:spMkLst>
        </pc:spChg>
        <pc:spChg chg="add mod">
          <ac:chgData name="Swarna Nissi" userId="cc81dd357792ff16" providerId="LiveId" clId="{D7D6FCE2-F5ED-40AA-AA91-DFA7C3253F31}" dt="2025-11-09T07:59:02.187" v="170" actId="1076"/>
          <ac:spMkLst>
            <pc:docMk/>
            <pc:sldMk cId="1735722345" sldId="317"/>
            <ac:spMk id="7" creationId="{BE69224E-20AB-D6F0-F306-A250D1AF13D5}"/>
          </ac:spMkLst>
        </pc:spChg>
        <pc:picChg chg="add mod">
          <ac:chgData name="Swarna Nissi" userId="cc81dd357792ff16" providerId="LiveId" clId="{D7D6FCE2-F5ED-40AA-AA91-DFA7C3253F31}" dt="2025-11-09T07:49:20.305" v="72" actId="14100"/>
          <ac:picMkLst>
            <pc:docMk/>
            <pc:sldMk cId="1735722345" sldId="317"/>
            <ac:picMk id="2050" creationId="{A4132B1D-9BE2-CD67-32F0-42AE6257785E}"/>
          </ac:picMkLst>
        </pc:picChg>
        <pc:picChg chg="add mod">
          <ac:chgData name="Swarna Nissi" userId="cc81dd357792ff16" providerId="LiveId" clId="{D7D6FCE2-F5ED-40AA-AA91-DFA7C3253F31}" dt="2025-11-09T07:50:52.021" v="95" actId="1076"/>
          <ac:picMkLst>
            <pc:docMk/>
            <pc:sldMk cId="1735722345" sldId="317"/>
            <ac:picMk id="2052" creationId="{D5D9D1DC-C3AF-73D8-A500-CA32F9A264B9}"/>
          </ac:picMkLst>
        </pc:picChg>
        <pc:picChg chg="add mod">
          <ac:chgData name="Swarna Nissi" userId="cc81dd357792ff16" providerId="LiveId" clId="{D7D6FCE2-F5ED-40AA-AA91-DFA7C3253F31}" dt="2025-11-09T07:50:32.561" v="92" actId="14100"/>
          <ac:picMkLst>
            <pc:docMk/>
            <pc:sldMk cId="1735722345" sldId="317"/>
            <ac:picMk id="2054" creationId="{C979BE15-2454-FAE8-90D9-8C84716BAF84}"/>
          </ac:picMkLst>
        </pc:picChg>
        <pc:picChg chg="add mod">
          <ac:chgData name="Swarna Nissi" userId="cc81dd357792ff16" providerId="LiveId" clId="{D7D6FCE2-F5ED-40AA-AA91-DFA7C3253F31}" dt="2025-11-09T07:50:43.243" v="94" actId="14100"/>
          <ac:picMkLst>
            <pc:docMk/>
            <pc:sldMk cId="1735722345" sldId="317"/>
            <ac:picMk id="2056" creationId="{95A069AD-837F-7EC6-56AB-4F0B2B676A10}"/>
          </ac:picMkLst>
        </pc:picChg>
      </pc:sldChg>
      <pc:sldChg chg="addSp delSp modSp mod modClrScheme chgLayout">
        <pc:chgData name="Swarna Nissi" userId="cc81dd357792ff16" providerId="LiveId" clId="{D7D6FCE2-F5ED-40AA-AA91-DFA7C3253F31}" dt="2025-11-10T01:35:07.997" v="981" actId="20577"/>
        <pc:sldMkLst>
          <pc:docMk/>
          <pc:sldMk cId="2765137111" sldId="318"/>
        </pc:sldMkLst>
        <pc:spChg chg="mod ord">
          <ac:chgData name="Swarna Nissi" userId="cc81dd357792ff16" providerId="LiveId" clId="{D7D6FCE2-F5ED-40AA-AA91-DFA7C3253F31}" dt="2025-11-09T08:05:02.980" v="187" actId="115"/>
          <ac:spMkLst>
            <pc:docMk/>
            <pc:sldMk cId="2765137111" sldId="318"/>
            <ac:spMk id="2" creationId="{00000000-0000-0000-0000-000000000000}"/>
          </ac:spMkLst>
        </pc:spChg>
        <pc:spChg chg="del mod ord">
          <ac:chgData name="Swarna Nissi" userId="cc81dd357792ff16" providerId="LiveId" clId="{D7D6FCE2-F5ED-40AA-AA91-DFA7C3253F31}" dt="2025-11-09T08:03:45.441" v="171" actId="700"/>
          <ac:spMkLst>
            <pc:docMk/>
            <pc:sldMk cId="2765137111" sldId="318"/>
            <ac:spMk id="3" creationId="{00000000-0000-0000-0000-000000000000}"/>
          </ac:spMkLst>
        </pc:spChg>
        <pc:spChg chg="del">
          <ac:chgData name="Swarna Nissi" userId="cc81dd357792ff16" providerId="LiveId" clId="{D7D6FCE2-F5ED-40AA-AA91-DFA7C3253F31}" dt="2025-11-09T08:03:45.441" v="171" actId="700"/>
          <ac:spMkLst>
            <pc:docMk/>
            <pc:sldMk cId="2765137111" sldId="318"/>
            <ac:spMk id="4" creationId="{00000000-0000-0000-0000-000000000000}"/>
          </ac:spMkLst>
        </pc:spChg>
        <pc:spChg chg="add mod ord">
          <ac:chgData name="Swarna Nissi" userId="cc81dd357792ff16" providerId="LiveId" clId="{D7D6FCE2-F5ED-40AA-AA91-DFA7C3253F31}" dt="2025-11-10T01:35:07.997" v="981" actId="20577"/>
          <ac:spMkLst>
            <pc:docMk/>
            <pc:sldMk cId="2765137111" sldId="318"/>
            <ac:spMk id="5" creationId="{538D08E8-6E28-150F-03E2-BC5AB1DB255A}"/>
          </ac:spMkLst>
        </pc:spChg>
      </pc:sldChg>
      <pc:sldChg chg="addSp delSp modSp mod modClrScheme chgLayout">
        <pc:chgData name="Swarna Nissi" userId="cc81dd357792ff16" providerId="LiveId" clId="{D7D6FCE2-F5ED-40AA-AA91-DFA7C3253F31}" dt="2025-11-10T01:35:57.100" v="997" actId="14100"/>
        <pc:sldMkLst>
          <pc:docMk/>
          <pc:sldMk cId="1108506989" sldId="319"/>
        </pc:sldMkLst>
        <pc:spChg chg="del mod ord">
          <ac:chgData name="Swarna Nissi" userId="cc81dd357792ff16" providerId="LiveId" clId="{D7D6FCE2-F5ED-40AA-AA91-DFA7C3253F31}" dt="2025-11-09T08:15:08.848" v="582" actId="700"/>
          <ac:spMkLst>
            <pc:docMk/>
            <pc:sldMk cId="1108506989" sldId="319"/>
            <ac:spMk id="2" creationId="{00000000-0000-0000-0000-000000000000}"/>
          </ac:spMkLst>
        </pc:spChg>
        <pc:spChg chg="mod ord">
          <ac:chgData name="Swarna Nissi" userId="cc81dd357792ff16" providerId="LiveId" clId="{D7D6FCE2-F5ED-40AA-AA91-DFA7C3253F31}" dt="2025-11-09T08:15:26.313" v="616" actId="255"/>
          <ac:spMkLst>
            <pc:docMk/>
            <pc:sldMk cId="1108506989" sldId="319"/>
            <ac:spMk id="3" creationId="{00000000-0000-0000-0000-000000000000}"/>
          </ac:spMkLst>
        </pc:spChg>
        <pc:spChg chg="del">
          <ac:chgData name="Swarna Nissi" userId="cc81dd357792ff16" providerId="LiveId" clId="{D7D6FCE2-F5ED-40AA-AA91-DFA7C3253F31}" dt="2025-11-09T08:15:08.848" v="582" actId="700"/>
          <ac:spMkLst>
            <pc:docMk/>
            <pc:sldMk cId="1108506989" sldId="319"/>
            <ac:spMk id="4" creationId="{00000000-0000-0000-0000-000000000000}"/>
          </ac:spMkLst>
        </pc:spChg>
        <pc:spChg chg="add mod ord">
          <ac:chgData name="Swarna Nissi" userId="cc81dd357792ff16" providerId="LiveId" clId="{D7D6FCE2-F5ED-40AA-AA91-DFA7C3253F31}" dt="2025-11-10T01:35:57.100" v="997" actId="14100"/>
          <ac:spMkLst>
            <pc:docMk/>
            <pc:sldMk cId="1108506989" sldId="319"/>
            <ac:spMk id="5" creationId="{05A89945-7BDE-8AEA-5A63-FE7E16A8C609}"/>
          </ac:spMkLst>
        </pc:spChg>
      </pc:sldChg>
      <pc:sldChg chg="addSp delSp modSp new mod modClrScheme chgLayout">
        <pc:chgData name="Swarna Nissi" userId="cc81dd357792ff16" providerId="LiveId" clId="{D7D6FCE2-F5ED-40AA-AA91-DFA7C3253F31}" dt="2025-11-09T10:06:36.543" v="924" actId="1076"/>
        <pc:sldMkLst>
          <pc:docMk/>
          <pc:sldMk cId="1158042979" sldId="320"/>
        </pc:sldMkLst>
        <pc:spChg chg="del">
          <ac:chgData name="Swarna Nissi" userId="cc81dd357792ff16" providerId="LiveId" clId="{D7D6FCE2-F5ED-40AA-AA91-DFA7C3253F31}" dt="2025-11-09T10:06:05.949" v="918" actId="700"/>
          <ac:spMkLst>
            <pc:docMk/>
            <pc:sldMk cId="1158042979" sldId="320"/>
            <ac:spMk id="2" creationId="{917E3AD0-B309-969C-0B00-61E50EDD1219}"/>
          </ac:spMkLst>
        </pc:spChg>
        <pc:spChg chg="del">
          <ac:chgData name="Swarna Nissi" userId="cc81dd357792ff16" providerId="LiveId" clId="{D7D6FCE2-F5ED-40AA-AA91-DFA7C3253F31}" dt="2025-11-09T10:06:05.949" v="918" actId="700"/>
          <ac:spMkLst>
            <pc:docMk/>
            <pc:sldMk cId="1158042979" sldId="320"/>
            <ac:spMk id="3" creationId="{DAAABD19-B83B-6FC9-F963-7BB8616AF28E}"/>
          </ac:spMkLst>
        </pc:spChg>
        <pc:picChg chg="add mod">
          <ac:chgData name="Swarna Nissi" userId="cc81dd357792ff16" providerId="LiveId" clId="{D7D6FCE2-F5ED-40AA-AA91-DFA7C3253F31}" dt="2025-11-09T10:06:36.543" v="924" actId="1076"/>
          <ac:picMkLst>
            <pc:docMk/>
            <pc:sldMk cId="1158042979" sldId="320"/>
            <ac:picMk id="4098" creationId="{F198C395-BD63-6DB5-C548-B88360728790}"/>
          </ac:picMkLst>
        </pc:picChg>
      </pc:sldChg>
      <pc:sldChg chg="addSp delSp modSp new del mod modClrScheme chgLayout">
        <pc:chgData name="Swarna Nissi" userId="cc81dd357792ff16" providerId="LiveId" clId="{D7D6FCE2-F5ED-40AA-AA91-DFA7C3253F31}" dt="2025-11-09T10:05:49.569" v="916" actId="2696"/>
        <pc:sldMkLst>
          <pc:docMk/>
          <pc:sldMk cId="3893699860" sldId="320"/>
        </pc:sldMkLst>
        <pc:spChg chg="del">
          <ac:chgData name="Swarna Nissi" userId="cc81dd357792ff16" providerId="LiveId" clId="{D7D6FCE2-F5ED-40AA-AA91-DFA7C3253F31}" dt="2025-11-09T09:57:24.549" v="883" actId="700"/>
          <ac:spMkLst>
            <pc:docMk/>
            <pc:sldMk cId="3893699860" sldId="320"/>
            <ac:spMk id="2" creationId="{359F4EAD-B0F5-130D-AD5F-32F4E76817E6}"/>
          </ac:spMkLst>
        </pc:spChg>
        <pc:spChg chg="del">
          <ac:chgData name="Swarna Nissi" userId="cc81dd357792ff16" providerId="LiveId" clId="{D7D6FCE2-F5ED-40AA-AA91-DFA7C3253F31}" dt="2025-11-09T09:57:24.549" v="883" actId="700"/>
          <ac:spMkLst>
            <pc:docMk/>
            <pc:sldMk cId="3893699860" sldId="320"/>
            <ac:spMk id="3" creationId="{AE052105-0A86-BD30-2E9E-2AFB317DD76A}"/>
          </ac:spMkLst>
        </pc:spChg>
        <pc:spChg chg="add del mod">
          <ac:chgData name="Swarna Nissi" userId="cc81dd357792ff16" providerId="LiveId" clId="{D7D6FCE2-F5ED-40AA-AA91-DFA7C3253F31}" dt="2025-11-09T09:59:21.592" v="902" actId="478"/>
          <ac:spMkLst>
            <pc:docMk/>
            <pc:sldMk cId="3893699860" sldId="320"/>
            <ac:spMk id="4" creationId="{41826641-8010-A230-5F3B-2B98DAFEB385}"/>
          </ac:spMkLst>
        </pc:spChg>
        <pc:picChg chg="add del mod">
          <ac:chgData name="Swarna Nissi" userId="cc81dd357792ff16" providerId="LiveId" clId="{D7D6FCE2-F5ED-40AA-AA91-DFA7C3253F31}" dt="2025-11-09T10:03:53.201" v="915" actId="1076"/>
          <ac:picMkLst>
            <pc:docMk/>
            <pc:sldMk cId="3893699860" sldId="320"/>
            <ac:picMk id="3074" creationId="{FBC168D9-CDDD-DDE3-A1D6-0EF0D8C9522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11/10/2025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11/10/2025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11/10/2025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11/10/2025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11/10/2025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11/10/2025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11/10/2025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11/10/2025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11/10/2025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11/10/2025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11/10/2025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11/10/2025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flickr.com/photos/mikecogh/7691519996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765820" y="1700808"/>
            <a:ext cx="8229600" cy="2068894"/>
          </a:xfrm>
        </p:spPr>
        <p:txBody>
          <a:bodyPr>
            <a:normAutofit/>
          </a:bodyPr>
          <a:lstStyle/>
          <a:p>
            <a:r>
              <a:rPr lang="en-US" sz="7200" b="1" dirty="0">
                <a:latin typeface="Calibri" panose="020F0502020204030204" pitchFamily="34" charset="0"/>
                <a:cs typeface="Calibri" panose="020F0502020204030204" pitchFamily="34" charset="0"/>
              </a:rPr>
              <a:t>IMPACT OF MOBILE     ON MENTAL HEALTH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909836" y="4437112"/>
            <a:ext cx="8229600" cy="1219200"/>
          </a:xfrm>
        </p:spPr>
        <p:txBody>
          <a:bodyPr/>
          <a:lstStyle/>
          <a:p>
            <a:r>
              <a:rPr lang="it-IT" sz="3200" dirty="0">
                <a:latin typeface="Calibri" panose="020F0502020204030204" pitchFamily="34" charset="0"/>
                <a:cs typeface="Calibri" panose="020F0502020204030204" pitchFamily="34" charset="0"/>
              </a:rPr>
              <a:t>NISSI S.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33772" y="332656"/>
            <a:ext cx="9144001" cy="1371600"/>
          </a:xfrm>
        </p:spPr>
        <p:txBody>
          <a:bodyPr>
            <a:normAutofit/>
          </a:bodyPr>
          <a:lstStyle/>
          <a:p>
            <a:r>
              <a:rPr lang="en-US" sz="5400" b="1" u="sng" dirty="0"/>
              <a:t>Introduction: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261765" y="1916832"/>
            <a:ext cx="7848871" cy="4114801"/>
          </a:xfrm>
        </p:spPr>
        <p:txBody>
          <a:bodyPr/>
          <a:lstStyle/>
          <a:p>
            <a:r>
              <a:rPr lang="en-US" dirty="0"/>
              <a:t>Mobile phones have become an inseparable part of daily life.</a:t>
            </a:r>
          </a:p>
          <a:p>
            <a:r>
              <a:rPr lang="en-US" dirty="0"/>
              <a:t>Used for communication, education, entertainment, and work.</a:t>
            </a:r>
          </a:p>
          <a:p>
            <a:r>
              <a:rPr lang="en-US" dirty="0"/>
              <a:t>Help us stay updated and connected with the world.</a:t>
            </a:r>
          </a:p>
          <a:p>
            <a:r>
              <a:rPr lang="en-US" dirty="0"/>
              <a:t>However, excessive use affects our focus and mental peace.</a:t>
            </a:r>
          </a:p>
          <a:p>
            <a:r>
              <a:rPr lang="en-US" dirty="0"/>
              <a:t>Understanding its effects is important for a healthy balance.</a:t>
            </a:r>
          </a:p>
        </p:txBody>
      </p:sp>
      <p:pic>
        <p:nvPicPr>
          <p:cNvPr id="1028" name="Picture 4" descr="Personal Devices on Mental Health ...">
            <a:extLst>
              <a:ext uri="{FF2B5EF4-FFF2-40B4-BE49-F238E27FC236}">
                <a16:creationId xmlns:a16="http://schemas.microsoft.com/office/drawing/2014/main" id="{6DE79457-3E5A-AE1D-17A3-C256FBC26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11" y="1268760"/>
            <a:ext cx="4294213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913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66" y="404664"/>
            <a:ext cx="9144001" cy="1371600"/>
          </a:xfrm>
        </p:spPr>
        <p:txBody>
          <a:bodyPr>
            <a:normAutofit/>
          </a:bodyPr>
          <a:lstStyle/>
          <a:p>
            <a:r>
              <a:rPr lang="en-US" sz="5400" b="1" u="sng" dirty="0"/>
              <a:t>Positive Impacts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638" y="1905001"/>
            <a:ext cx="6507830" cy="4114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Quick and easy communication with family and friends.</a:t>
            </a:r>
          </a:p>
          <a:p>
            <a:r>
              <a:rPr lang="en-US" dirty="0"/>
              <a:t>Provides access to education through online platforms.</a:t>
            </a:r>
          </a:p>
          <a:p>
            <a:r>
              <a:rPr lang="en-US" dirty="0"/>
              <a:t>Helps in emergencies and gives </a:t>
            </a:r>
            <a:r>
              <a:rPr lang="en-US"/>
              <a:t>a sense </a:t>
            </a:r>
            <a:r>
              <a:rPr lang="en-US" dirty="0"/>
              <a:t>of safety.</a:t>
            </a:r>
          </a:p>
          <a:p>
            <a:r>
              <a:rPr lang="en-US" dirty="0"/>
              <a:t>Encourages social awareness and community connections.</a:t>
            </a:r>
          </a:p>
          <a:p>
            <a:r>
              <a:rPr lang="en-US" dirty="0"/>
              <a:t>Entertainment through music, movies and games and reduces stress.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2A7EFEE-BD7A-FAB4-B0A8-CCB02C906F1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886500" y="1268761"/>
            <a:ext cx="4392688" cy="4043808"/>
          </a:xfrm>
        </p:spPr>
      </p:pic>
    </p:spTree>
    <p:extLst>
      <p:ext uri="{BB962C8B-B14F-4D97-AF65-F5344CB8AC3E}">
        <p14:creationId xmlns:p14="http://schemas.microsoft.com/office/powerpoint/2010/main" val="420698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25" y="260648"/>
            <a:ext cx="9144001" cy="1371600"/>
          </a:xfrm>
        </p:spPr>
        <p:txBody>
          <a:bodyPr>
            <a:normAutofit/>
          </a:bodyPr>
          <a:lstStyle/>
          <a:p>
            <a:r>
              <a:rPr lang="en-US" sz="5400" b="1" u="sng" dirty="0"/>
              <a:t>Negative Impacts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1E3E29-32DD-ABB3-41CC-FE5F3F9AF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757" y="1988840"/>
            <a:ext cx="7488831" cy="4114801"/>
          </a:xfrm>
        </p:spPr>
        <p:txBody>
          <a:bodyPr/>
          <a:lstStyle/>
          <a:p>
            <a:r>
              <a:rPr lang="en-US" dirty="0"/>
              <a:t>Social media comparison causes </a:t>
            </a:r>
            <a:r>
              <a:rPr lang="en-US" b="1" dirty="0"/>
              <a:t>low confidence and anxiety.</a:t>
            </a:r>
          </a:p>
          <a:p>
            <a:r>
              <a:rPr lang="en-US" dirty="0"/>
              <a:t>Reduces concentration and productivity.</a:t>
            </a:r>
          </a:p>
          <a:p>
            <a:r>
              <a:rPr lang="en-US" dirty="0"/>
              <a:t>Blue light from screens </a:t>
            </a:r>
            <a:r>
              <a:rPr lang="en-US" b="1" dirty="0"/>
              <a:t>disturbs sleep and rest</a:t>
            </a:r>
            <a:r>
              <a:rPr lang="en-US" dirty="0"/>
              <a:t>.</a:t>
            </a:r>
          </a:p>
          <a:p>
            <a:r>
              <a:rPr lang="en-US" dirty="0"/>
              <a:t>Decreases real-life communication and social skills.</a:t>
            </a:r>
          </a:p>
          <a:p>
            <a:r>
              <a:rPr lang="en-US" dirty="0"/>
              <a:t>Leads to loneliness and isolation.</a:t>
            </a:r>
          </a:p>
          <a:p>
            <a:r>
              <a:rPr lang="en-US" dirty="0"/>
              <a:t>Continuous screen use leads to </a:t>
            </a:r>
            <a:r>
              <a:rPr lang="en-US" b="1" dirty="0"/>
              <a:t>Eye Strain and Headaches.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3076" name="Picture 4" descr="How Do Smartphones Impact Youth Mental ...">
            <a:extLst>
              <a:ext uri="{FF2B5EF4-FFF2-40B4-BE49-F238E27FC236}">
                <a16:creationId xmlns:a16="http://schemas.microsoft.com/office/drawing/2014/main" id="{E8560885-DEB3-3367-0C29-B4329D57F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532" y="836712"/>
            <a:ext cx="4983968" cy="504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816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999" y="476672"/>
            <a:ext cx="9144000" cy="699864"/>
          </a:xfrm>
        </p:spPr>
        <p:txBody>
          <a:bodyPr>
            <a:noAutofit/>
          </a:bodyPr>
          <a:lstStyle/>
          <a:p>
            <a:r>
              <a:rPr lang="en-US" sz="5400" b="1" u="sng" dirty="0"/>
              <a:t>USAGE OF MOBILE </a:t>
            </a:r>
          </a:p>
        </p:txBody>
      </p:sp>
      <p:pic>
        <p:nvPicPr>
          <p:cNvPr id="4100" name="Picture 4" descr="What Do We Use Our Cell Phones for Most?">
            <a:extLst>
              <a:ext uri="{FF2B5EF4-FFF2-40B4-BE49-F238E27FC236}">
                <a16:creationId xmlns:a16="http://schemas.microsoft.com/office/drawing/2014/main" id="{01074E25-EEE0-92B6-1BCB-512678791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884" y="1743074"/>
            <a:ext cx="10009111" cy="5114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142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756" y="404664"/>
            <a:ext cx="9144001" cy="1371600"/>
          </a:xfrm>
        </p:spPr>
        <p:txBody>
          <a:bodyPr>
            <a:normAutofit/>
          </a:bodyPr>
          <a:lstStyle/>
          <a:p>
            <a:r>
              <a:rPr lang="en-US" sz="5400" b="1" u="sng" dirty="0"/>
              <a:t>Signs of Mobile Addiction: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D83BF-C099-F14D-FF1D-B1AF68173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2204" y="2166608"/>
            <a:ext cx="7808559" cy="4253056"/>
          </a:xfrm>
        </p:spPr>
        <p:txBody>
          <a:bodyPr/>
          <a:lstStyle/>
          <a:p>
            <a:r>
              <a:rPr lang="en-US" dirty="0"/>
              <a:t>Constant urge to check messages or notifications.</a:t>
            </a:r>
          </a:p>
          <a:p>
            <a:r>
              <a:rPr lang="en-US" dirty="0"/>
              <a:t>Feeling anxious when the phone is not nearby.</a:t>
            </a:r>
          </a:p>
          <a:p>
            <a:r>
              <a:rPr lang="en-US" dirty="0"/>
              <a:t>Losing track of time while scrolling and gaming.</a:t>
            </a:r>
          </a:p>
          <a:p>
            <a:r>
              <a:rPr lang="en-US" dirty="0"/>
              <a:t>Ignoring studies or work responsibilities.</a:t>
            </a:r>
          </a:p>
          <a:p>
            <a:r>
              <a:rPr lang="en-US" dirty="0"/>
              <a:t>Lack of interest in offline activities.</a:t>
            </a:r>
          </a:p>
          <a:p>
            <a:r>
              <a:rPr lang="en-US" dirty="0"/>
              <a:t>Poor sleep or tiredness due to late night phone usage.</a:t>
            </a:r>
            <a:endParaRPr lang="en-IN" dirty="0"/>
          </a:p>
        </p:txBody>
      </p:sp>
      <p:pic>
        <p:nvPicPr>
          <p:cNvPr id="1026" name="Picture 2" descr="Mobile Addiction: Blocking Student ...">
            <a:extLst>
              <a:ext uri="{FF2B5EF4-FFF2-40B4-BE49-F238E27FC236}">
                <a16:creationId xmlns:a16="http://schemas.microsoft.com/office/drawing/2014/main" id="{D01E6EC4-85C0-CC57-1852-7F0A07D6B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796" y="2166608"/>
            <a:ext cx="3456384" cy="313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0506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79EC-51BC-3889-54D3-67B0F1E2E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100" y="332656"/>
            <a:ext cx="10188623" cy="1587624"/>
          </a:xfrm>
        </p:spPr>
        <p:txBody>
          <a:bodyPr>
            <a:noAutofit/>
          </a:bodyPr>
          <a:lstStyle/>
          <a:p>
            <a:r>
              <a:rPr lang="en-US" sz="5400" b="1" dirty="0"/>
              <a:t>DISSORDERS CAUSED BY MOBILE ADDICTION:</a:t>
            </a:r>
            <a:endParaRPr lang="en-IN" sz="5400" b="1" dirty="0"/>
          </a:p>
        </p:txBody>
      </p:sp>
      <p:pic>
        <p:nvPicPr>
          <p:cNvPr id="2050" name="Picture 2" descr="Generalized Anxiety Disorder ...">
            <a:extLst>
              <a:ext uri="{FF2B5EF4-FFF2-40B4-BE49-F238E27FC236}">
                <a16:creationId xmlns:a16="http://schemas.microsoft.com/office/drawing/2014/main" id="{A4132B1D-9BE2-CD67-32F0-42AE62577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599" y="2247900"/>
            <a:ext cx="2313421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ix common depression types - Harvard ...">
            <a:extLst>
              <a:ext uri="{FF2B5EF4-FFF2-40B4-BE49-F238E27FC236}">
                <a16:creationId xmlns:a16="http://schemas.microsoft.com/office/drawing/2014/main" id="{D5D9D1DC-C3AF-73D8-A500-CA32F9A26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3364" y="2247900"/>
            <a:ext cx="2686050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nsomnia - What Is Insomnia? | NHLBI, NIH">
            <a:extLst>
              <a:ext uri="{FF2B5EF4-FFF2-40B4-BE49-F238E27FC236}">
                <a16:creationId xmlns:a16="http://schemas.microsoft.com/office/drawing/2014/main" id="{C979BE15-2454-FAE8-90D9-8C84716BA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437" y="4221088"/>
            <a:ext cx="2619375" cy="2193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Nomophobia | Phobiapedia | Fandom">
            <a:extLst>
              <a:ext uri="{FF2B5EF4-FFF2-40B4-BE49-F238E27FC236}">
                <a16:creationId xmlns:a16="http://schemas.microsoft.com/office/drawing/2014/main" id="{95A069AD-837F-7EC6-56AB-4F0B2B676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2156" y="4221088"/>
            <a:ext cx="2974070" cy="2083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9CE115-8029-C244-2A1E-701E98B60950}"/>
              </a:ext>
            </a:extLst>
          </p:cNvPr>
          <p:cNvSpPr txBox="1"/>
          <p:nvPr/>
        </p:nvSpPr>
        <p:spPr>
          <a:xfrm>
            <a:off x="765820" y="4794842"/>
            <a:ext cx="2016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Anxiety</a:t>
            </a:r>
            <a:endParaRPr lang="en-IN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184B92-9EB0-1869-091B-D084B22719D2}"/>
              </a:ext>
            </a:extLst>
          </p:cNvPr>
          <p:cNvSpPr txBox="1"/>
          <p:nvPr/>
        </p:nvSpPr>
        <p:spPr>
          <a:xfrm>
            <a:off x="3286100" y="4794842"/>
            <a:ext cx="1965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Depression</a:t>
            </a:r>
            <a:endParaRPr lang="en-IN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1A2514-1C0B-088C-EAA1-131E665525E3}"/>
              </a:ext>
            </a:extLst>
          </p:cNvPr>
          <p:cNvSpPr txBox="1"/>
          <p:nvPr/>
        </p:nvSpPr>
        <p:spPr>
          <a:xfrm>
            <a:off x="6433460" y="3573016"/>
            <a:ext cx="21602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Insomnia</a:t>
            </a:r>
            <a:endParaRPr lang="en-IN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69224E-20AB-D6F0-F306-A250D1AF13D5}"/>
              </a:ext>
            </a:extLst>
          </p:cNvPr>
          <p:cNvSpPr txBox="1"/>
          <p:nvPr/>
        </p:nvSpPr>
        <p:spPr>
          <a:xfrm>
            <a:off x="9185461" y="3573016"/>
            <a:ext cx="23168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Nomophobia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73572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692696"/>
            <a:ext cx="9144001" cy="1059904"/>
          </a:xfrm>
        </p:spPr>
        <p:txBody>
          <a:bodyPr>
            <a:normAutofit/>
          </a:bodyPr>
          <a:lstStyle/>
          <a:p>
            <a:r>
              <a:rPr lang="en-US" sz="5400" b="1" u="sng" dirty="0"/>
              <a:t>Solutions: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8D08E8-6E28-150F-03E2-BC5AB1DB2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3" y="1904999"/>
            <a:ext cx="10188623" cy="4476329"/>
          </a:xfrm>
        </p:spPr>
        <p:txBody>
          <a:bodyPr>
            <a:normAutofit/>
          </a:bodyPr>
          <a:lstStyle/>
          <a:p>
            <a:r>
              <a:rPr lang="en-US" dirty="0"/>
              <a:t>Fix a daily screen-time limit and follow it strictly.</a:t>
            </a:r>
          </a:p>
          <a:p>
            <a:r>
              <a:rPr lang="en-US" dirty="0"/>
              <a:t>Turn off unnecessary notifications.</a:t>
            </a:r>
          </a:p>
          <a:p>
            <a:r>
              <a:rPr lang="en-US" dirty="0"/>
              <a:t>Spend time outdoors or with family and friends.</a:t>
            </a:r>
          </a:p>
          <a:p>
            <a:r>
              <a:rPr lang="en-US" dirty="0"/>
              <a:t>Take short breaks from social media regularly.</a:t>
            </a:r>
          </a:p>
          <a:p>
            <a:r>
              <a:rPr lang="en-US" dirty="0"/>
              <a:t>Use digital well being tools to monitor screen time.</a:t>
            </a:r>
          </a:p>
          <a:p>
            <a:pPr marL="0" indent="0">
              <a:buNone/>
            </a:pPr>
            <a:r>
              <a:rPr lang="en-US" dirty="0"/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276513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Conclusion: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A89945-7BDE-8AEA-5A63-FE7E16A8C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781" y="1988840"/>
            <a:ext cx="11305256" cy="4618857"/>
          </a:xfrm>
        </p:spPr>
        <p:txBody>
          <a:bodyPr/>
          <a:lstStyle/>
          <a:p>
            <a:r>
              <a:rPr lang="en-US" dirty="0"/>
              <a:t>Mobile phones are helpful tools for learning and connection.</a:t>
            </a:r>
          </a:p>
          <a:p>
            <a:r>
              <a:rPr lang="en-US" dirty="0"/>
              <a:t>Overuse can disturb mental and emotional health.</a:t>
            </a:r>
          </a:p>
          <a:p>
            <a:r>
              <a:rPr lang="en-US" dirty="0"/>
              <a:t>Maintaining balance is the key to using technology wisely.</a:t>
            </a:r>
          </a:p>
          <a:p>
            <a:r>
              <a:rPr lang="en-US" dirty="0"/>
              <a:t>A healthy mind needs rest, focus, and real communication.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sz="4000" b="1" dirty="0"/>
              <a:t>“Control your phone – don’t let it control you…..”</a:t>
            </a:r>
            <a:endParaRPr lang="en-IN" sz="4000" b="1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850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ownload Thank You HD images for PPT, Whatsapp, Facebook download">
            <a:extLst>
              <a:ext uri="{FF2B5EF4-FFF2-40B4-BE49-F238E27FC236}">
                <a16:creationId xmlns:a16="http://schemas.microsoft.com/office/drawing/2014/main" id="{F198C395-BD63-6DB5-C548-B88360728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872" y="692696"/>
            <a:ext cx="9721079" cy="547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8042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igital Blue Tunne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.potx" id="{4CBF9558-C12D-4F51-9AA3-9D0796951DBC}" vid="{FFC159E6-A134-46E7-B1A0-C306E39FC295}"/>
    </a:ext>
  </a:extLst>
</a:theme>
</file>

<file path=ppt/theme/theme2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digital blue tunnel presentation (widescreen)</Template>
  <TotalTime>489</TotalTime>
  <Words>326</Words>
  <Application>Microsoft Office PowerPoint</Application>
  <PresentationFormat>Custom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Corbel</vt:lpstr>
      <vt:lpstr>Digital Blue Tunnel 16x9</vt:lpstr>
      <vt:lpstr>IMPACT OF MOBILE     ON MENTAL HEALTH</vt:lpstr>
      <vt:lpstr>Introduction:</vt:lpstr>
      <vt:lpstr>Positive Impacts</vt:lpstr>
      <vt:lpstr>Negative Impacts</vt:lpstr>
      <vt:lpstr>USAGE OF MOBILE </vt:lpstr>
      <vt:lpstr>Signs of Mobile Addiction:</vt:lpstr>
      <vt:lpstr>DISSORDERS CAUSED BY MOBILE ADDICTION:</vt:lpstr>
      <vt:lpstr>Solutions:</vt:lpstr>
      <vt:lpstr>Conclusion: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Swarna Nissi</dc:creator>
  <cp:lastModifiedBy>Swarna Nissi</cp:lastModifiedBy>
  <cp:revision>1</cp:revision>
  <dcterms:created xsi:type="dcterms:W3CDTF">2025-11-08T13:18:29Z</dcterms:created>
  <dcterms:modified xsi:type="dcterms:W3CDTF">2025-11-10T01:36:00Z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